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cluster195 DGX Spark vLLM Benchmark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Automated LLM + vLLM parameter testing on node13 / GB10 / vLLM v0.22.0 source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F7FA"/>
                </a:solidFill>
              </a:defRPr>
            </a:pPr>
            <a:r>
              <a:t>Objective: identify best currently installed LLM and production vLLM settings.</a:t>
            </a:r>
          </a:p>
          <a:p>
            <a:pPr>
              <a:defRPr sz="1600">
                <a:solidFill>
                  <a:srgbClr val="F5F7FA"/>
                </a:solidFill>
              </a:defRPr>
            </a:pPr>
            <a:r>
              <a:t>Hardware: cluster195 node13, NVIDIA GB10, ARM64, CUDA 13.0.</a:t>
            </a:r>
          </a:p>
          <a:p>
            <a:pPr>
              <a:defRPr sz="1600">
                <a:solidFill>
                  <a:srgbClr val="F5F7FA"/>
                </a:solidFill>
              </a:defRPr>
            </a:pPr>
            <a:r>
              <a:t>Server: vLLM v0.22.1.dev0 from v0.22.0 tag, OpenAI-compatible API.</a:t>
            </a:r>
          </a:p>
          <a:p>
            <a:pPr>
              <a:defRPr sz="1600">
                <a:solidFill>
                  <a:srgbClr val="F5F7FA"/>
                </a:solidFill>
              </a:defRPr>
            </a:pPr>
            <a:r>
              <a:t>Benchmark: 3 runs/model, 512 output tokens, direct node13 backend endpoint.</a:t>
            </a:r>
          </a:p>
          <a:p>
            <a:pPr>
              <a:defRPr sz="1600">
                <a:solidFill>
                  <a:srgbClr val="F5F7FA"/>
                </a:solidFill>
              </a:defRPr>
            </a:pPr>
            <a:r>
              <a:t>Known platform workaround: use Triton MoE backend on GB10 SM120.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17320"/>
            <a:ext cx="4389120" cy="1828800"/>
          </a:xfrm>
          <a:prstGeom prst="roundRect">
            <a:avLst/>
          </a:prstGeom>
          <a:solidFill>
            <a:srgbClr val="193023"/>
          </a:solidFill>
          <a:ln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7FA"/>
                </a:solidFill>
              </a:defRPr>
            </a:pPr>
            <a:r>
              <a:t>Executive recommendation</a:t>
            </a:r>
          </a:p>
          <a:p>
            <a:pPr>
              <a:defRPr sz="1600">
                <a:solidFill>
                  <a:srgbClr val="F5F7FA"/>
                </a:solidFill>
              </a:defRPr>
            </a:pPr>
            <a:r>
              <a:t>Best throughput: Nemotron-30B-MoE-FP8 at 54.67 tok/s</a:t>
            </a:r>
          </a:p>
          <a:p>
            <a:pPr>
              <a:defRPr sz="1300">
                <a:solidFill>
                  <a:srgbClr val="F5F7FA"/>
                </a:solidFill>
              </a:defRPr>
            </a:pPr>
            <a:r>
              <a:t>Best vLLM setting: gpu_mem=0.70, seqs=16, max_len=32768, batched=8192, eager=off, chunked_prefill=off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Test Methodology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F7FA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F7F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"Explain attention mechanisms in transformers."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Output length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max_tokens=512; measured completion tokens/sec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Runs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3 measured runs per model after warmup request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Model start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Each model served as a separate vLLM restart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Parameter sweep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Qwen3.6-35B-A3B-FP8 varied GPU memory, max seqs, model length, batched tokens, eager, chunked prefill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Direct backend: node13:8000/v1; jsp API key used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Caveat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7FA"/>
                          </a:solidFill>
                        </a:defRPr>
                      </a:pPr>
                      <a:r>
                        <a:t>Single-user throughput; not concurrent/load saturation benchmark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LLM Throughput Comparison</a:t>
            </a:r>
          </a:p>
        </p:txBody>
      </p:sp>
      <p:pic>
        <p:nvPicPr>
          <p:cNvPr id="3" name="Picture 2" descr="model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858000" cy="43891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43800" y="1143000"/>
          <a:ext cx="4023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tok/s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Nemotron-30B-MoE-FP8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54.67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9.37s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Llama-3.1-8B-FP8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26.41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19.38s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Phi-4-reasoning-plus-FP8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15.38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33.29s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Qwen3-14B-FP8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14.89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34.37s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Qwen3-32B-NVFP4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11.25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45.49s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vLLM Parameter Sweep: Key Findings</a:t>
            </a:r>
          </a:p>
        </p:txBody>
      </p:sp>
      <p:pic>
        <p:nvPicPr>
          <p:cNvPr id="3" name="Picture 2" descr="sweep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76656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234440"/>
            <a:ext cx="40233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7FA"/>
                </a:solidFill>
              </a:defRPr>
            </a:pPr>
            <a:r>
              <a:t>Best observed config: chunked=0 = 53.41 tok/s.</a:t>
            </a:r>
          </a:p>
          <a:p>
            <a:pPr>
              <a:defRPr sz="1400">
                <a:solidFill>
                  <a:srgbClr val="F5F7FA"/>
                </a:solidFill>
              </a:defRPr>
            </a:pPr>
            <a:r>
              <a:t>Chunked prefill OFF slightly improved single-request output throughput (53.41 vs 53.30 tok/s baseline).</a:t>
            </a:r>
          </a:p>
          <a:p>
            <a:pPr>
              <a:defRPr sz="1400">
                <a:solidFill>
                  <a:srgbClr val="F5F7FA"/>
                </a:solidFill>
              </a:defRPr>
            </a:pPr>
            <a:r>
              <a:t>GPU memory utilization from 0.65–0.90 had negligible effect for this benchmark; 0.70 is safer for stability.</a:t>
            </a:r>
          </a:p>
          <a:p>
            <a:pPr>
              <a:defRPr sz="1400">
                <a:solidFill>
                  <a:srgbClr val="F5F7FA"/>
                </a:solidFill>
              </a:defRPr>
            </a:pPr>
            <a:r>
              <a:t>force-eager reduced throughput materially (~36 tok/s), so keep eager OFF.</a:t>
            </a:r>
          </a:p>
          <a:p>
            <a:pPr>
              <a:defRPr sz="1400">
                <a:solidFill>
                  <a:srgbClr val="F5F7FA"/>
                </a:solidFill>
              </a:defRPr>
            </a:pPr>
            <a:r>
              <a:t>max_num_seqs and max_batched_tokens had minimal effect in single-user 512-token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Recommended Production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097280"/>
          <a:ext cx="5852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673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5F7FA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Nemotron-30B-MoE-FP8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Highest measured throughput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gpu_memory_utilization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Stable; no throughput gain at higher values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max_num_seqs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Baseline is sufficient for current single-user profile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max_model_len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Good balance; longer context did not improve token/s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max_num_batched_tokens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Stable baseline; higher values not beneficial here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enforce_eager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off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Eager mode was ~32% slower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chunked_prefill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off for single-user throughput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Best observed median token/s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moe_backend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triton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5F7FA"/>
                          </a:solidFill>
                        </a:defRPr>
                      </a:pPr>
                      <a:r>
                        <a:t>Required workaround for GB10 SM120 MoE kernel support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03720" y="118872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7FA"/>
                </a:solidFill>
              </a:defRPr>
            </a:pPr>
            <a:r>
              <a:t>Operational note: if many users run concurrently, repeat benchmark with concurrent requests before locking max_num_seqs/max_batched_tokens.</a:t>
            </a:r>
          </a:p>
          <a:p>
            <a:pPr>
              <a:defRPr sz="1500">
                <a:solidFill>
                  <a:srgbClr val="F5F7FA"/>
                </a:solidFill>
              </a:defRPr>
            </a:pPr>
            <a:r>
              <a:t>Quality note: throughput alone selected Nemotron; final “best LLM” should include task quality, context length, and instruction-following tests.</a:t>
            </a:r>
          </a:p>
          <a:p>
            <a:pPr>
              <a:defRPr sz="1500">
                <a:solidFill>
                  <a:srgbClr val="F5F7FA"/>
                </a:solidFill>
              </a:defRPr>
            </a:pPr>
            <a:r>
              <a:t>Current serving can be switched to the winning model or kept on Qwen3.6-35B if quality/context requirements dominate.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Appendix: Raw Results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294640"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seqs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len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btok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eager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chunked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F5F7FA"/>
                          </a:solidFill>
                        </a:defRPr>
                      </a:pPr>
                      <a:r>
                        <a:t>median tok/s</a:t>
                      </a:r>
                    </a:p>
                  </a:txBody>
                  <a:tcPr>
                    <a:solidFill>
                      <a:srgbClr val="23324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53.30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gpu_mem=0.65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53.32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gpu_mem=0.75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53.22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gpu_mem=0.80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53.27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gpu_mem=0.85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53.18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gpu_mem=0.90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53.03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seqs=8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52.88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seqs=32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52.79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seqs=64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53.08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len=16384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16384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53.11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len=65536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65536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53.13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batched=4096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4096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53.12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batched=16384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16384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batched=32768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52.99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eager=1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36.08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chunked=0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53.41</a:t>
                      </a:r>
                    </a:p>
                  </a:txBody>
                  <a:tcPr>
                    <a:solidFill>
                      <a:srgbClr val="1E283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best_combo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32768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8192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F5F7FA"/>
                          </a:solidFill>
                        </a:defRPr>
                      </a:pPr>
                      <a:r>
                        <a:t>53.36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